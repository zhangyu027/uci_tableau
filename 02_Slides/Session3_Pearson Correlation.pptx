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78C69-2A25-4801-B742-96656FC09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ECAF7-6ECD-4410-8C6B-6DB173E01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75E7C-94D6-4A41-9048-59CC256F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58D0F-EDF0-4B15-B95B-95354692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BB24-3A73-4862-B66A-42F32FA97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7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1197-3F5C-4F0A-A1DC-B7A9C8D7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0D5F3-FA0E-47E3-B1E2-E818929FB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83A1-D986-44AE-806C-E71E28F3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8F2B1-BB3F-464D-B58A-D5CFA69B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F85CC-035F-4FAA-A2D9-678C5C73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4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0A0A3-99FE-4124-825B-F784BC3C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C27E7-A6B2-4F50-8211-9E33FD637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B6446-7028-477F-93CB-B52EBC13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98DBE-D15B-498D-A07D-6C660E870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D6261-0D00-4D61-82FA-9B7D9AEA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2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627B-FCB9-4120-B484-F7AB1949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103DC-7D02-4E7F-831F-11E60449C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D8943-EAB2-4C9B-B643-CB55CD492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AA208-1177-4212-B7A3-AB94B3C2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446B7-7972-4237-BE0A-6436ACF5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71B6F-4D07-4ED4-95D3-9CA08EEB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7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B130-5451-4D20-9B28-D1347C47B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ADD22-318F-4DC5-A250-35CB95015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27086-8608-4625-81F6-3B28F06AA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D7606-3399-49E3-8200-8EEC3AA8A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3372D8-09B3-4442-B9AE-EA226FB36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1FDFE-3C81-4389-A82C-177C1FEF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4AE95-3F5C-436A-8169-39A04EA5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E2AD72-9644-4D13-9664-418B4000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9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0144-98DB-4259-969B-7E1717128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21A8A1-40F7-43A8-9A0B-BC0B77937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D90DA-A126-46EA-81F6-748AC303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D1209-A83A-4198-AF10-D1D57F5E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5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65C50-0BDB-4289-B6BD-DAA9774B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E5604C-209B-4959-8ABB-CFF9DD79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6AD0B-2C7E-440F-847F-E2B518CD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03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C91F-276A-4E08-9634-45B4CBC8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DE9A8-FC3C-4B93-AC7C-233110EE2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07724-8AA9-4ECB-93D0-FF7C2404C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AB42-9C7C-4C54-9216-6E40D3D0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9D083-F397-4B2F-B4B9-FC5A2EF2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4D22C-E25A-492C-9121-2E130052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9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9826E-067D-44BD-AC5D-5C3186C0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FABCF0-CE90-4C7D-A7C8-B184460E1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9368-8964-4819-8CF8-EE852C9C5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383B5-1DC7-4711-B2BA-BCA75C73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B6F14-8CF6-4A34-A35D-C6C19C94C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9C6EF-1676-4D58-B9B2-47D90334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2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EEEC-682B-47E4-9DC1-37503D57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E560F-363D-4E07-A924-38CA1DBCF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D9704-ACB6-4C1B-ADCB-0DE168F6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A1D9-1847-48BD-8651-CDA807D6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A1387-CC2A-4832-88AA-67D32614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0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78916-1B94-48F1-8165-C70A99940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3E649-EAD2-4CA6-9B7C-30B02558D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B1F71-1A14-49A1-A613-1D0CA110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2D3C9-7BE8-4A53-94E1-B427E79E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3FC77-8D87-4685-A701-837D168A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2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6CD6F-6148-4570-9919-A11B4DDE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2221C-71AA-4487-ACC3-D23A8630A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9163E-6E7D-4928-AEB4-EFAC32229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E0E78-E1D3-49AE-B265-F0846BDD7AC2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BD3DD-5CE7-4B6D-8B14-1C0103CB0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2D122-C2DA-437A-AC75-D44184E54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375BA-30F3-41BE-8412-021EE9AA4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8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99F5-435F-477C-A6C2-B014F4F52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Sector Correlations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6C734-2D61-45EB-9E6C-9997DA8B9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Tutorial</a:t>
            </a:r>
          </a:p>
        </p:txBody>
      </p:sp>
    </p:spTree>
    <p:extLst>
      <p:ext uri="{BB962C8B-B14F-4D97-AF65-F5344CB8AC3E}">
        <p14:creationId xmlns:p14="http://schemas.microsoft.com/office/powerpoint/2010/main" val="4218483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562F-1FF4-4963-8F9D-6DEE0F531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6F2F5-4FB2-4F11-AFA3-238A0ED4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66872" cy="4351338"/>
          </a:xfrm>
        </p:spPr>
        <p:txBody>
          <a:bodyPr/>
          <a:lstStyle/>
          <a:p>
            <a:r>
              <a:rPr lang="en-US" dirty="0"/>
              <a:t>Use the file Sector_returns.csv</a:t>
            </a:r>
          </a:p>
          <a:p>
            <a:pPr lvl="1"/>
            <a:r>
              <a:rPr lang="en-US" dirty="0"/>
              <a:t>This is a precomputed, long table of daily returns for all the sectors and the S&amp;P 500</a:t>
            </a:r>
          </a:p>
          <a:p>
            <a:pPr lvl="1"/>
            <a:r>
              <a:rPr lang="en-US" dirty="0"/>
              <a:t>Hide the F1 columns like always</a:t>
            </a:r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B875E-BF17-4192-AF02-BDDFD4C1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73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0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C3F7-9B60-4B24-988A-0D478A44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Duplicate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79BD2-3F4F-47C3-8AD1-4CD292F93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40804" cy="4351338"/>
          </a:xfrm>
        </p:spPr>
        <p:txBody>
          <a:bodyPr/>
          <a:lstStyle/>
          <a:p>
            <a:r>
              <a:rPr lang="en-US" dirty="0"/>
              <a:t>Duplicate sector_returns.csv by clicking the duplicate option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16AE64-4E83-4C3C-B061-854841F65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671" y="948232"/>
            <a:ext cx="6588034" cy="522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5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4690-ADA3-4C87-8128-41B016EC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 on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413F-39A2-4B63-B850-4B55F8ECF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27962" cy="4351338"/>
          </a:xfrm>
        </p:spPr>
        <p:txBody>
          <a:bodyPr/>
          <a:lstStyle/>
          <a:p>
            <a:r>
              <a:rPr lang="en-US" dirty="0"/>
              <a:t>Setup the inner join between the two identical datasets by inner joining on dates</a:t>
            </a:r>
          </a:p>
          <a:p>
            <a:r>
              <a:rPr lang="en-US" dirty="0"/>
              <a:t>Hide the F1 column for the right hand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9E619A-691F-4E06-89CF-81BDB3F9D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796" y="963038"/>
            <a:ext cx="6543480" cy="538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5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C51C-53BE-4830-8176-50D79104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calculated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65459-B175-4B06-9C00-A4923ABD2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615119" cy="4351338"/>
          </a:xfrm>
        </p:spPr>
        <p:txBody>
          <a:bodyPr/>
          <a:lstStyle/>
          <a:p>
            <a:r>
              <a:rPr lang="en-US" dirty="0"/>
              <a:t>Open a blank worksheet</a:t>
            </a:r>
          </a:p>
          <a:p>
            <a:r>
              <a:rPr lang="en-US" dirty="0"/>
              <a:t>Create a new calculated field</a:t>
            </a:r>
          </a:p>
          <a:p>
            <a:r>
              <a:rPr lang="en-US" dirty="0"/>
              <a:t>Enter the formula: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1E46B-02B8-4831-8BC1-393C88188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71" y="1566773"/>
            <a:ext cx="7879623" cy="461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63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83D7-39C0-48C4-92F7-2E5F7A32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heat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C567F-B8B2-440C-B473-CC7CEAA8E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68321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Add the columns, rows, and marks like so. Pay particular attention to the “Marks“ panel.</a:t>
            </a:r>
          </a:p>
          <a:p>
            <a:r>
              <a:rPr lang="en-US" dirty="0"/>
              <a:t>Name the worksheet “correlation heat map”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7C789-B768-4C81-BB1F-76006537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62" y="1485106"/>
            <a:ext cx="6986189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9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28E8-C874-4453-ACE4-4B57D2FAF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83505" cy="1325563"/>
          </a:xfrm>
        </p:spPr>
        <p:txBody>
          <a:bodyPr/>
          <a:lstStyle/>
          <a:p>
            <a:r>
              <a:rPr lang="en-US" dirty="0"/>
              <a:t>Correlation Scatter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A36D8-E918-4456-899A-FE3ED8045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33017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Go to new worksheet</a:t>
            </a:r>
          </a:p>
          <a:p>
            <a:r>
              <a:rPr lang="en-US" dirty="0"/>
              <a:t>To create the scatter matrix, follow this sheet pattern:</a:t>
            </a:r>
          </a:p>
          <a:p>
            <a:r>
              <a:rPr lang="en-US" dirty="0"/>
              <a:t>Make sure to set the detail to the right day level</a:t>
            </a:r>
          </a:p>
          <a:p>
            <a:r>
              <a:rPr lang="en-US" dirty="0"/>
              <a:t>Name the worksheet “</a:t>
            </a:r>
            <a:r>
              <a:rPr lang="en-US" dirty="0" err="1"/>
              <a:t>scattermatrix</a:t>
            </a:r>
            <a:r>
              <a:rPr lang="en-US" dirty="0"/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8858D-1E0E-4D4E-800B-579DB1D0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05" y="254378"/>
            <a:ext cx="6540558" cy="634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46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C9D9-FC99-4940-8C3C-52883412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scatters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E23D1-1FC2-4F4D-B052-7C5F4177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537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Duplicate the “</a:t>
            </a:r>
            <a:r>
              <a:rPr lang="en-US" dirty="0" err="1"/>
              <a:t>scattermatrix</a:t>
            </a:r>
            <a:r>
              <a:rPr lang="en-US" dirty="0"/>
              <a:t>” worksheet</a:t>
            </a:r>
          </a:p>
          <a:p>
            <a:r>
              <a:rPr lang="en-US" dirty="0"/>
              <a:t>Add in the Symbol field from sector_returns.csv and sector_returns.csv1 into the filters pane</a:t>
            </a:r>
          </a:p>
          <a:p>
            <a:r>
              <a:rPr lang="en-US" dirty="0"/>
              <a:t>Show both filters</a:t>
            </a:r>
          </a:p>
          <a:p>
            <a:r>
              <a:rPr lang="en-US" dirty="0"/>
              <a:t>Change each filter to be single value dropdowns</a:t>
            </a:r>
          </a:p>
          <a:p>
            <a:r>
              <a:rPr lang="en-US" dirty="0"/>
              <a:t>It should look like: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8572F-6840-4AA4-B718-D61C58865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76" y="825417"/>
            <a:ext cx="7044915" cy="499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94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E227-9D59-4B76-ACBD-1D23331E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52537" cy="1325563"/>
          </a:xfrm>
        </p:spPr>
        <p:txBody>
          <a:bodyPr/>
          <a:lstStyle/>
          <a:p>
            <a:r>
              <a:rPr lang="en-US" dirty="0"/>
              <a:t>Adding a trend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C770-CBDF-4858-8938-DDC09D829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72063" cy="4351338"/>
          </a:xfrm>
        </p:spPr>
        <p:txBody>
          <a:bodyPr/>
          <a:lstStyle/>
          <a:p>
            <a:r>
              <a:rPr lang="en-US" dirty="0"/>
              <a:t>Click on the analytics tab on the left</a:t>
            </a:r>
          </a:p>
          <a:p>
            <a:r>
              <a:rPr lang="en-US" dirty="0"/>
              <a:t>Drag the trend line to the chart window and put the item on the linear trend like so: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9B71D-0903-4217-A7B9-DAB130420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981" y="314089"/>
            <a:ext cx="7836568" cy="586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17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E02EC-8B95-4887-AB11-EA426DC3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13978-D636-4082-A425-35FBE2615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42084" cy="4351338"/>
          </a:xfrm>
        </p:spPr>
        <p:txBody>
          <a:bodyPr/>
          <a:lstStyle/>
          <a:p>
            <a:r>
              <a:rPr lang="en-US" dirty="0"/>
              <a:t>Now you can quickly compare scatterplots between any two series in your dataset and view the statistics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C0665-16E3-44B0-BBAE-01B47674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633" y="1294188"/>
            <a:ext cx="7483367" cy="541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34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51C7-9206-406B-8F12-4861F1FC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more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B978C-3978-405F-8A32-BE2C95D6B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add and show a date filter on any of the worksheets</a:t>
            </a:r>
          </a:p>
          <a:p>
            <a:r>
              <a:rPr lang="en-US" dirty="0"/>
              <a:t>This will let you explore how the correlation changes between any of the sectors and the S&amp;P 500 over time.</a:t>
            </a:r>
          </a:p>
        </p:txBody>
      </p:sp>
    </p:spTree>
    <p:extLst>
      <p:ext uri="{BB962C8B-B14F-4D97-AF65-F5344CB8AC3E}">
        <p14:creationId xmlns:p14="http://schemas.microsoft.com/office/powerpoint/2010/main" val="394837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300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Sector Correlations</vt:lpstr>
      <vt:lpstr>Connect to the data</vt:lpstr>
      <vt:lpstr>Duplicate the data</vt:lpstr>
      <vt:lpstr>Inner Join on Dates</vt:lpstr>
      <vt:lpstr>Correlation calculated field</vt:lpstr>
      <vt:lpstr>Correlation heat map</vt:lpstr>
      <vt:lpstr>Correlation Scatter Matrix</vt:lpstr>
      <vt:lpstr>Individual scatters</vt:lpstr>
      <vt:lpstr>Adding a trend line</vt:lpstr>
      <vt:lpstr>Dynamic scatter plot</vt:lpstr>
      <vt:lpstr>Adding more filters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Sector Correlations</dc:title>
  <dc:creator>James Yang</dc:creator>
  <cp:lastModifiedBy>James Yang</cp:lastModifiedBy>
  <cp:revision>4</cp:revision>
  <dcterms:created xsi:type="dcterms:W3CDTF">2020-05-13T05:35:48Z</dcterms:created>
  <dcterms:modified xsi:type="dcterms:W3CDTF">2020-05-13T05:56:11Z</dcterms:modified>
</cp:coreProperties>
</file>